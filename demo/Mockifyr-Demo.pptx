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one story, Acme Payments, end to end. Everything you will see is live on my machine, one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shared environments and happy-path mocks. Land the drift point hard — it sets up the conformance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max. The point the audience must keep: the engine is pure and tenant scope is a type, so isolation is not a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map once, then never come back to slides until Act 9 — the demo carries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Dashboard: Spin up a sandbox → Add stub → OpenAPI → Import. Then payments-create/get/list, Resources page, Access page one-time reveal, key-quota.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order-ok (templating), order-bad (404), near-miss. Point out: the attribute names are the mapping JSON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webhook step. Show the journal detail Callback tab: delivered true, response 200 captured — and the callback request itself in the journal.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sms → Messages page (OTP chip on the row) → otp endpoint → email via SMTP AUTH tenant. Verify-by-API replaces "check the phone".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grpc-descriptor (hot enable), grpc, graphql, graphql-messy (the wow beat), ws. Then show the Stubs tree with all four protocol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switch to Globex Retail (empty list = isolation). Record against the 9090 upstream, snapshot, Import all, then drift + record-verify BEFORE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→ clock-freeze → token → clock-reset. chaos-on → chaos-probe (mixed 503s, slower) → chaos-off.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verify-stubs (5/5 covered, 8 undeclared on purpose) and verify-traffic. Tie back to the drift slide: this is how a mock stays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 of done is a green differential diff, not self-assessment. Where no oracle exists: real clients + mutation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breath per card. Close with: the broker channel is shipping — the sandbox is growing from HTTP-shaped to event-shaped.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 Offer the sandbox URL + a key to anyone who wants to poke at it from their own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V1.9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Mockifyr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mock &amp; integration sandbox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platform. One engine — REST, callbacks, e-mail, SMS, gRPC, GraphQL, WebSocket, events — multi-tenant by construction, and honest about whether your mock still tells the truth.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36676" cy="347472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836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 10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4228" y="4846320"/>
            <a:ext cx="1847088" cy="347472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4228" y="48463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zero-dependency 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35908" y="4846320"/>
            <a:ext cx="1225296" cy="347472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35908" y="484632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multi-tenant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25796" y="4846320"/>
            <a:ext cx="1069848" cy="347472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5796" y="4846320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Apache-2.0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environments are where sprints go to die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76148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system is shared, rate-limited, flaky — or does not exist yet. Every team queues for the same broken staging.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hand-rolled mock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76148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the happy path. No callbacks, no messages, no failures, no state. The first real integration test still happens in production.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383280" cy="2377440"/>
          </a:xfrm>
          <a:prstGeom prst="roundRect">
            <a:avLst>
              <a:gd name="adj" fmla="val 3462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drift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761488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of all: a mock that drifted from the real API manufactures confidence. Green builds, broken production.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is infrastructure. It should be provisioned, scoped, observed — and continuously checked against the contract and against reality.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engine, thin edges, tenants everywhere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engine: matching + templating — zero external dependencies, no I/O.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 at the edge: HTTP, Admin REST, gRPC, WebSocket, SMTP, SMS provider, broker. Transport never leaks inward.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is first-class: every store and engine entry point takes a tenant — forgetting scope is a compile error, not an incident.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seam: in-memory, file, LiteDB, Postgres, Redis — same behavior on 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2148840"/>
            <a:ext cx="4434840" cy="2377440"/>
          </a:xfrm>
          <a:prstGeom prst="roundRect">
            <a:avLst>
              <a:gd name="adj" fmla="val 3462"/>
            </a:avLst>
          </a:prstGeom>
          <a:solidFill>
            <a:srgbClr val="0E14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5472" y="2350008"/>
            <a:ext cx="392277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─▶ facade (wire)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─▶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(pure)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─▶ stores (tenant-scoped)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post-serve: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· publish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story: Acme Payments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13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Spec → sandbox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7157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import, live CRUD, API keys &amp; quotas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2148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313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27157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criteria + near-miss diagnostics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313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Callbacks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7157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202, fire the webhook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148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313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Messages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7157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e-mail · OTP, one inbox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13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Beyond HTTP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· GraphQL · WebSocket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37490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913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Scenarios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flows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913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Record &amp; drift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reality, catch it moving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37490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3913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Time · chaos · contract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0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clock, degradation, conformance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tenants on one host: </a:t>
            </a:r>
            <a:pPr indent="0" marL="0">
              <a:buNone/>
            </a:pPr>
            <a:r>
              <a:rPr lang="en-US" sz="13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acme-pay</a:t>
            </a:r>
            <a:pPr indent="0" marL="0">
              <a:buNone/>
            </a:pPr>
            <a:r>
              <a:rPr lang="en-US" sz="13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star; </a:t>
            </a:r>
            <a:pPr indent="0" marL="0">
              <a:buNone/>
            </a:pPr>
            <a:r>
              <a:rPr lang="en-US" sz="13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globex</a:t>
            </a:r>
            <a:pPr indent="0" marL="0">
              <a:buNone/>
            </a:pPr>
            <a:r>
              <a:rPr lang="en-US" sz="13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proves isolation and plays the recording story.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 spec to shareable sandbox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OpenAPI document → every operation becomes a stub; resource-shaped paths become live CRUD over a real document store.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realistic data; documents survive restarts on every persistence backend.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mfk_ API keys — one-time reveal, salted-hash storage, per-key hourly quotas.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the tenant. Invalid key → honest 401.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2103120"/>
            <a:ext cx="4297680" cy="301752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96912" y="2304288"/>
            <a:ext cx="37856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call 5 — HTTP 200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X-RateLimit-Limit: 5
X-RateLimit-Remaining: 0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call 6 —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429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Retry-After: 1729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X-RateLimit-Reset: 1785967200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criteria — and why didn't it match?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method, headers, query, cookies; body: equalToJson, matchesJsonPath, JSON Schema, XML/XPath, regex, logic combinators, priorities.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templated from the request — path segments, headers, body fields.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404 you serve is byte-stable; diagnosis lives on the admin surface.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speaks the mapping JSON’s own vocabulary — grep your stub file for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2103120"/>
            <a:ext cx="4663440" cy="3108960"/>
          </a:xfrm>
          <a:prstGeom prst="roundRect">
            <a:avLst>
              <a:gd name="adj" fmla="val 2647"/>
            </a:avLst>
          </a:prstGeom>
          <a:solidFill>
            <a:srgbClr val="0E14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31152" y="2304288"/>
            <a:ext cx="415137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"attributes": [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urlPath         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matched: true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         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matched: true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headers['X-Partner-Key']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matched: false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"WRONG"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bodyPatterns[0] 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matched: true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 answer now, call back later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stub answers 202 immediately; the webhook fires after a configurable delay, templated from the original request.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captured in the journal: URL, payload, response, delivered — or the error if the receiver was down.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post-serve seam publishes to Kafka (publish action): the sandbox answers the request AND emits the event — validated against a real broker container.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2286000"/>
            <a:ext cx="4297680" cy="566928"/>
          </a:xfrm>
          <a:prstGeom prst="roundRect">
            <a:avLst>
              <a:gd name="adj" fmla="val 1451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22860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/api/payments/authorize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0" y="3035808"/>
            <a:ext cx="4297680" cy="566928"/>
          </a:xfrm>
          <a:prstGeom prst="roundRect">
            <a:avLst>
              <a:gd name="adj" fmla="val 1451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30358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 now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3785616"/>
            <a:ext cx="4297680" cy="566928"/>
          </a:xfrm>
          <a:prstGeom prst="roundRect">
            <a:avLst>
              <a:gd name="adj" fmla="val 1451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37856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+500 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4535424"/>
            <a:ext cx="4297680" cy="566928"/>
          </a:xfrm>
          <a:prstGeom prst="roundRect">
            <a:avLst>
              <a:gd name="adj" fmla="val 14516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45354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journal: delivered 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your app sends real mail &amp; SMS — nobody receives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6217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capture: a real ESMTP listener; the AUTH username names the tenant.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Provider-shaped SMS: the official SDK works unchanged — realistic responses, realistic error codes, simulated provider failures.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 for e-mail, SMS — and broker messages — with a verify surface: GET /__admin/messages/otp returns the code your E2E test needs.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Behaviors: SMTP faults &amp; delay, provider errors, capture webhook, bounded inbox.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2194560"/>
            <a:ext cx="4114800" cy="2011680"/>
          </a:xfrm>
          <a:prstGeom prst="roundRect">
            <a:avLst>
              <a:gd name="adj" fmla="val 4091"/>
            </a:avLst>
          </a:prstGeom>
          <a:solidFill>
            <a:srgbClr val="0E14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79792" y="2395728"/>
            <a:ext cx="36027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demo otp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"otp":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"482913"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"receivedAt": "…"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HTTP: same engine, other wires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2834640"/>
          </a:xfrm>
          <a:prstGeom prst="roundRect">
            <a:avLst>
              <a:gd name="adj" fmla="val 290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761488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descriptor set → serving hot-enables, no restart. Unary + single-message streaming, full codec (enums, maps, oneof, wrappers), real gRPC error statuses. Tenant rides call metadata.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383280" cy="2834640"/>
          </a:xfrm>
          <a:prstGeom prst="roundRect">
            <a:avLst>
              <a:gd name="adj" fmla="val 290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761488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query + variables + operationName. Queries are AST-normalized — whitespace, field order, argument order are irrelevant. Templated data responses.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383280" cy="2834640"/>
          </a:xfrm>
          <a:prstGeom prst="roundRect">
            <a:avLst>
              <a:gd name="adj" fmla="val 290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761488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mappings: connect-time pushes, per-message triggers with the standard matcher set, templated replies, tenant-scoped broadcast, admin server-push.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stub list, one journal — protocol chips tell the channels apart.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6–7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 can steer · reality you can record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stateful stub groups — pending → settled; inspect, set, and rewind states from the dashboard.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Recording: point at an upstream, drive traffic, snapshot → stubs. Repeated calls become a scenario chain that replays the sequence.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check: with a session live, compare what the upstream just returned against what your stubs would answer.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never literal — ids and timestamps don’t drown findings: fieldMissing /settlementBatch, fieldUnexpected /currency.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nothing while it looks — same matcher, zero side effects.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chaos — on your terms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clock: freeze or shift the instant templates see — test the token that "expires in an hour" without waiting an hour.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audit and inbox keep real time, by design.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profiles: latency + error ratio + faults composed over every stub of a tenant — what if the whole dependency degrades?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—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from a seed the host always reports: a chaos run becomes a regression test. The admin surface is never degraded.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0E1420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4773168"/>
            <a:ext cx="10003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/__admin/clock {"frozenAt":"2027-01-01T09:00:00Z"}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token now expires in 2027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C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/__admin/degradation {latency, errorRate,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seed: 42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→ same chaos, every run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8 · CONFORMANCE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no mock usually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vs contract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76148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openapi/verify — which operations are uncovered, which stubs are undeclared, which responses violate the schema.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vs stubs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76148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recordings/verify — has the upstream drifted from what we mock, since we recorded it?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vs contract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76148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requests/verify — did the CONSUMER stay inside the contract? The failure a permissive mock hides completely.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one set of ambiguity rules — three reports that cannot disagree about which operation a path belongs to.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is measured, not claimed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83280" cy="2743200"/>
          </a:xfrm>
          <a:prstGeom prst="roundRect">
            <a:avLst>
              <a:gd name="adj" fmla="val 3000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13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differentially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3375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across four suites. Dialect behavior is pinned against the reference engine running in Docker — never self-assessment.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383280" cy="2743200"/>
          </a:xfrm>
          <a:prstGeom prst="roundRect">
            <a:avLst>
              <a:gd name="adj" fmla="val 3000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313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oracle? Real clients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on the message logic (Stryker). Mail, SMS and broker channels validated with the official client libraries.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148840"/>
            <a:ext cx="3383280" cy="2743200"/>
          </a:xfrm>
          <a:prstGeom prst="roundRect">
            <a:avLst>
              <a:gd name="adj" fmla="val 3000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313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388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392 ns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33375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match the last of 1000 stubs (was 29 µs). Templated response 699 µs → 1.21 µs. Semantics pinned by the differential suite while optimizing.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surfaces: import warnings for unsupported fields, a public deferred-edge register, binding semver promises since 1.0.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ANYWHERE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posture, day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71576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image, live/ready probes with drain, Helm chart whose security posture is asserted in CI.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71576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SBOM, keyless signing, provenance, image scanning, automated dependency updates.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87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5902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 &amp; metrics, credential-free Prometheus scrape, JSON logs, bounded label cardinality.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131824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87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5902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auth: Basic, per-tenant credentials, OIDC + PKCE dashboard sign-in. Audit trail of every admin change. Key rings with restart-free rotation. Payload crypto: JWE decrypt, response protect &amp; sign.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the API.
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honest.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sandbox in a minute · every channel your integration touches · and three verify surfaces that tell you when the mock stops telling the truth.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394960"/>
            <a:ext cx="2702052" cy="347472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394960"/>
            <a:ext cx="2702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localhost:8080/__mockifyr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89604" y="5394960"/>
            <a:ext cx="2157984" cy="347472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9604" y="539496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mockifyr.qorpe.com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2026-08-05T21:44:36Z</dcterms:created>
  <dcterms:modified xsi:type="dcterms:W3CDTF">2026-08-05T21:44:36Z</dcterms:modified>
</cp:coreProperties>
</file>